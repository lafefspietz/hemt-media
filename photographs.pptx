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6DE9-DF55-91FC-ECDE-4F7557B8C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54A63C-059F-F086-2747-6CB8DF886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B70A7-299C-914A-9BD7-EA93E0DE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CAE4A-4C1E-DAC1-34BD-D1A6450CB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57C0-290F-B9E9-AFB9-65C85D97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5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B0161-8DCF-56A0-E74E-DDC876809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0F2D9-4413-1813-911B-9B13C504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AE28A-D0F0-9FB3-3ABA-B68F5303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8737F-A781-DC00-38E7-06EC5068F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4E873-D452-B095-E129-4E95EA47E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4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C131-CBB4-A81F-C28E-00AC50CC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AC179-DCEA-A31A-FB32-DC49579DC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2D5502-AA26-FE16-230F-492E17B4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ADA99-E6C5-DCBA-1C2D-9211A9D98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1ED98-CF7B-4CDC-AB7B-B8181850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C816-494E-7A10-4EA2-01BFF933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C0126-4060-DBB4-A08E-3619406C7C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961D6-FD75-12DE-1530-ECDB70C12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77D76-1AD0-8EC7-59C4-551026CF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4BB00-AD1E-A4EE-C92A-028B390F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CE9C1-E17E-FE4A-26B7-5C51E0C6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2206-137D-9AB2-EC46-9D11D1680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C896A-2CC7-1126-516F-52B26F900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173652-3FE2-5A41-0EDE-7CC175BDF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79968F-BE18-0C60-189B-C895545C45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841994-8819-B858-736E-71E8DEC71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7F13B4-296D-3A01-F68F-46880BB2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B672A-F7A0-838E-2489-5B7ACCF7C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21FAAE-E60A-F986-B8CA-153CFC62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72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0C7BA-1551-AD78-0A8F-0EF821DC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F839C-CEBB-22A6-50C7-8A7607951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E2E82-9805-165B-8BD8-1F817566B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FAFF0-9D2F-379C-09F7-700C3F8C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67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08BDF4-157B-DD6A-F076-86C84E7D3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33C28-2483-3C56-ABD4-CB1257AE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6ABBE-E7FF-841E-E52A-E771B873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510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ECD9-61C8-4C2E-FE56-A2A4C8499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2670-3044-72DB-F6A3-71D6F0635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DB73C-91C8-DAD2-ACCB-F16709D41C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79DA6-684B-EDD0-8495-F1E72FB98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29B7D-1795-7918-7BA2-14A02491F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42F06-2FE5-716F-6E66-AAC604FE3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B0DD8-F2E7-AA85-3E29-86F7C3EAA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D66539-43B4-E6CC-02EB-CF2015EE1C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2A3D0-7D7F-A7B1-76A9-21B64E0B2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593B8-CD42-2EB1-0198-F2E61D70C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CF2EA-DA53-52C6-0A22-B92CC763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A8AED3-4F50-3776-F382-5F1C0CBAC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12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A9DC-112F-39E0-D84E-4E369B295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A335A-9842-D279-B51B-B01609279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2F3D-948E-62BB-951E-AE8049BB2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F5C6-8919-18BC-86DC-6A18BD26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CF748-6AFD-0D0D-1EC4-756C9CBB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393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A5FAA-8642-FE15-04D2-44A18BE3F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0F53F-8F64-00C8-18B4-3E6168E19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5C465-F940-16C3-19D3-5BB73049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F5F2B-862E-AD89-AE59-BEA6CA7D2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F65B0-2C9B-4264-16DB-5D04F66A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7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8F1B72-F5EF-0FB8-9AE4-903BED5CF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DE4677-D443-070C-104B-1FB5D15A6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F0CDF-B223-1F76-8E40-983510E7A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B4E635-1869-483F-8C19-DB7E8A8AE3FB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2664-F89C-8791-BA25-2DE15D1A0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153D7-0B68-26AF-028C-2720524DF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D3A81-899D-4A97-AA90-F76A43CC1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24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Qr code&#10;&#10;AI-generated content may be incorrect.">
            <a:extLst>
              <a:ext uri="{FF2B5EF4-FFF2-40B4-BE49-F238E27FC236}">
                <a16:creationId xmlns:a16="http://schemas.microsoft.com/office/drawing/2014/main" id="{25D7194A-0316-6468-B06B-BE024484C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8" y="2155502"/>
            <a:ext cx="4296375" cy="2210108"/>
          </a:xfrm>
          <a:prstGeom prst="rect">
            <a:avLst/>
          </a:prstGeom>
        </p:spPr>
      </p:pic>
      <p:pic>
        <p:nvPicPr>
          <p:cNvPr id="7" name="Picture 6" descr="Qr code&#10;&#10;AI-generated content may be incorrect.">
            <a:extLst>
              <a:ext uri="{FF2B5EF4-FFF2-40B4-BE49-F238E27FC236}">
                <a16:creationId xmlns:a16="http://schemas.microsoft.com/office/drawing/2014/main" id="{63EDBCCF-56FE-A1CC-8609-E571582AEC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455" y="2231712"/>
            <a:ext cx="4239217" cy="2057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80C78D-3BD4-408E-263B-68CCD6C5FD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944" b="4205"/>
          <a:stretch>
            <a:fillRect/>
          </a:stretch>
        </p:blipFill>
        <p:spPr>
          <a:xfrm>
            <a:off x="8829675" y="1978988"/>
            <a:ext cx="2847975" cy="238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113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1</cp:revision>
  <dcterms:created xsi:type="dcterms:W3CDTF">2026-07-09T20:48:34Z</dcterms:created>
  <dcterms:modified xsi:type="dcterms:W3CDTF">2026-07-09T20:51:18Z</dcterms:modified>
</cp:coreProperties>
</file>