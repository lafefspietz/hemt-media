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125" d="100"/>
          <a:sy n="125" d="100"/>
        </p:scale>
        <p:origin x="-3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C103-A450-4A41-2EB6-7E1DE4EED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B021A-B92B-67DB-AD2B-61A3367FF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BC663-ECA6-809D-D465-978FD587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45BD8-8CF2-B6DF-87BB-084459FC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CE3D7-2223-A18E-7276-B83D0DED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12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9615-6023-5CE8-8AE6-A9541EB45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C5DF8-9E11-5F97-E9ED-D9E8146DB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8A148-F62F-8B5B-8987-2C39631B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962CB-C729-48A4-5814-62D179E2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E1B3D-3123-A686-39C4-3A1DC43CB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16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5EFC-34FD-3ABE-42FA-ACE93F0E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6937C-DB0E-C2EA-EFDF-81175C64A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C3BC-6C54-C917-18D0-330C50B2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247CA-8399-4289-9CDA-06D4309CE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BF816-AF94-DDBD-2352-D45F75EB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1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6044-EF70-6E07-4D13-E66DA6FCB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B64B6-59A6-4C0F-0C8A-80051166E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C909D-F41A-E3E1-1E0C-21C64B39D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9869A-3DB8-923D-DFD8-D18BE11C4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8E327-6224-2CA2-012C-EEF99C58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F0BAE-08D5-A6D6-1237-4281152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68F2-F114-A44B-ADF2-28F5A3B7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AF1CA-5AA8-FA6A-15DD-FFFF7CD2A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37DA8F-EE2F-1B71-74F9-3ED473724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4DC86E-7D5F-9C38-2E8A-7A5C460BA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134BE-06A6-31BE-AF42-1FC5E82F5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1B55DE-DDD7-7DEE-FA33-6D6D93B67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8C6C5-872E-A5D9-2386-50149006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2C925-5A0F-655C-DEAC-1C216D4D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17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0A420-7E7C-E192-8B31-0AB434EF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47F87-ED77-0629-4680-16DC7587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57526-96EE-5416-FD9C-F5D65DC83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69694-9224-34B4-E12F-ECEBBAC13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2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FA7C3-DD90-89CF-14BE-CA37677E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A3D711-FDAB-81C7-9860-CC7B62C5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DF09B-2429-6EC5-AE5E-D3B4E1132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08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EFE0-032C-3BE5-3FFC-D703ED6EC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59498-9233-AF2F-0486-55D7C3CF8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A9BD7-EC2C-8742-477A-2C28BC86E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5D809-1C4F-6457-62A6-D78A3165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CFB5B-4D2B-086A-CD09-EFB386FE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C56A4-404B-7D09-661B-8CC94834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6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C8C71-95AE-C0B4-1295-6D81C3C75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D813C-7CD6-6739-1824-9AF5E93F3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FE4F3-6B6B-1DFF-18BD-C30B48C09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E6589-6492-C879-A649-E1D6633B6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1964-75AB-49EF-9869-BD5B385A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1F6C-1ACF-EFFD-EA8E-98B37171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57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367A-B906-53E5-7A69-9C87727F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B2D78-123F-BC1C-175D-CF5738AF8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97FD0-E536-12C3-E83D-2C8A529FF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5E1A3-E38C-D5DD-CD4F-7B5BD2F7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CED830-BE13-289A-31AD-27E7C846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0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16C02D-523D-4B52-C4AF-63D8C62E6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0CB876-2A42-DA1F-A3D3-45872AF44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CEF99-05E1-0B6C-0909-3A3E9D7E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05C93-9045-394C-A3C6-EA09ACF0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8DD38-90B8-209B-1C54-9F08F9AE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5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14A217-E188-7304-C334-1A40C63C6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3D923-8EC5-CD07-5177-C5D0D091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18BD6-E1E6-3335-EB17-07E706C03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BAF49-C661-4942-8D3F-6CD508F818A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153D9-417F-239A-C095-C700CBAB2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74BE2-3B74-FDE0-C22D-8AD602595E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BBCAD0-AEA3-40F2-ADA3-107011281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78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769227-E5F3-16A8-6795-6AD189C13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171" y="742865"/>
            <a:ext cx="3662923" cy="4853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477280-0194-DEBC-004B-A9CCC6C7C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018" y="1366313"/>
            <a:ext cx="6287445" cy="370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5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1</cp:revision>
  <dcterms:created xsi:type="dcterms:W3CDTF">2026-07-09T21:31:00Z</dcterms:created>
  <dcterms:modified xsi:type="dcterms:W3CDTF">2026-07-09T21:39:53Z</dcterms:modified>
</cp:coreProperties>
</file>