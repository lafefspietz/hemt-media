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>
        <p:scale>
          <a:sx n="125" d="100"/>
          <a:sy n="125" d="100"/>
        </p:scale>
        <p:origin x="1596" y="-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005AA-B3C8-478D-A214-70A634797DBF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0CE89-36A4-4787-ACD0-360C7340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318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005AA-B3C8-478D-A214-70A634797DBF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0CE89-36A4-4787-ACD0-360C7340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103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005AA-B3C8-478D-A214-70A634797DBF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0CE89-36A4-4787-ACD0-360C7340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064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005AA-B3C8-478D-A214-70A634797DBF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0CE89-36A4-4787-ACD0-360C7340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43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005AA-B3C8-478D-A214-70A634797DBF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0CE89-36A4-4787-ACD0-360C7340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263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005AA-B3C8-478D-A214-70A634797DBF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0CE89-36A4-4787-ACD0-360C7340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542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005AA-B3C8-478D-A214-70A634797DBF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0CE89-36A4-4787-ACD0-360C7340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3108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005AA-B3C8-478D-A214-70A634797DBF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0CE89-36A4-4787-ACD0-360C7340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352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005AA-B3C8-478D-A214-70A634797DBF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0CE89-36A4-4787-ACD0-360C7340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0933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005AA-B3C8-478D-A214-70A634797DBF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0CE89-36A4-4787-ACD0-360C7340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993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005AA-B3C8-478D-A214-70A634797DBF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0CE89-36A4-4787-ACD0-360C7340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141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9005AA-B3C8-478D-A214-70A634797DBF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90CE89-36A4-4787-ACD0-360C7340E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868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4745D1-0A1E-3351-355B-D36F7F36F99C}"/>
              </a:ext>
            </a:extLst>
          </p:cNvPr>
          <p:cNvSpPr txBox="1"/>
          <p:nvPr/>
        </p:nvSpPr>
        <p:spPr>
          <a:xfrm>
            <a:off x="2313541" y="1189821"/>
            <a:ext cx="3183875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Physical Amplifiers + Boxes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FD289C-7877-CCAB-4846-82DDD633FDEB}"/>
              </a:ext>
            </a:extLst>
          </p:cNvPr>
          <p:cNvSpPr txBox="1"/>
          <p:nvPr/>
        </p:nvSpPr>
        <p:spPr>
          <a:xfrm>
            <a:off x="2313541" y="2049137"/>
            <a:ext cx="3183875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HTML/CSS/JS/PHP/Markdown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C651D0-A53C-7970-4BA2-BE4226CE802D}"/>
              </a:ext>
            </a:extLst>
          </p:cNvPr>
          <p:cNvSpPr txBox="1"/>
          <p:nvPr/>
        </p:nvSpPr>
        <p:spPr>
          <a:xfrm>
            <a:off x="2313541" y="2908453"/>
            <a:ext cx="3183875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Paper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6A2063-667D-FBBF-F32C-0503743F4F47}"/>
              </a:ext>
            </a:extLst>
          </p:cNvPr>
          <p:cNvSpPr txBox="1"/>
          <p:nvPr/>
        </p:nvSpPr>
        <p:spPr>
          <a:xfrm>
            <a:off x="2313541" y="3767769"/>
            <a:ext cx="3183875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Notebook and Lab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816E05A-E2FC-FB37-4E7D-B77E2483561C}"/>
              </a:ext>
            </a:extLst>
          </p:cNvPr>
          <p:cNvSpPr/>
          <p:nvPr/>
        </p:nvSpPr>
        <p:spPr>
          <a:xfrm>
            <a:off x="3760883" y="1710501"/>
            <a:ext cx="250634" cy="23135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24362585-163C-57A8-F2B7-FE24116625BF}"/>
              </a:ext>
            </a:extLst>
          </p:cNvPr>
          <p:cNvSpPr/>
          <p:nvPr/>
        </p:nvSpPr>
        <p:spPr>
          <a:xfrm>
            <a:off x="3760883" y="2569817"/>
            <a:ext cx="250634" cy="23135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96025AB4-6F71-C994-5FD0-CCB1E121F6F7}"/>
              </a:ext>
            </a:extLst>
          </p:cNvPr>
          <p:cNvSpPr/>
          <p:nvPr/>
        </p:nvSpPr>
        <p:spPr>
          <a:xfrm>
            <a:off x="3760883" y="3429133"/>
            <a:ext cx="250634" cy="23135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0645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</TotalTime>
  <Words>17</Words>
  <Application>Microsoft Office PowerPoint</Application>
  <PresentationFormat>Custom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Spietz, Lafe F. (Fed)</dc:creator>
  <cp:lastModifiedBy>Spietz, Lafe F. (Fed)</cp:lastModifiedBy>
  <cp:revision>5</cp:revision>
  <dcterms:created xsi:type="dcterms:W3CDTF">2026-07-09T20:05:50Z</dcterms:created>
  <dcterms:modified xsi:type="dcterms:W3CDTF">2026-07-09T21:37:29Z</dcterms:modified>
</cp:coreProperties>
</file>