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8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1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0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6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31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6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1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52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93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9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4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005AA-B3C8-478D-A214-70A634797DB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0CE89-36A4-4787-ACD0-360C7340E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6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4745D1-0A1E-3351-355B-D36F7F36F99C}"/>
              </a:ext>
            </a:extLst>
          </p:cNvPr>
          <p:cNvSpPr txBox="1"/>
          <p:nvPr/>
        </p:nvSpPr>
        <p:spPr>
          <a:xfrm>
            <a:off x="2313542" y="1189821"/>
            <a:ext cx="288642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Physical plastic package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D289C-7877-CCAB-4846-82DDD633FDEB}"/>
              </a:ext>
            </a:extLst>
          </p:cNvPr>
          <p:cNvSpPr txBox="1"/>
          <p:nvPr/>
        </p:nvSpPr>
        <p:spPr>
          <a:xfrm>
            <a:off x="2313542" y="2049137"/>
            <a:ext cx="288642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651D0-A53C-7970-4BA2-BE4226CE802D}"/>
              </a:ext>
            </a:extLst>
          </p:cNvPr>
          <p:cNvSpPr txBox="1"/>
          <p:nvPr/>
        </p:nvSpPr>
        <p:spPr>
          <a:xfrm>
            <a:off x="2313542" y="2908453"/>
            <a:ext cx="288642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A2063-667D-FBBF-F32C-0503743F4F47}"/>
              </a:ext>
            </a:extLst>
          </p:cNvPr>
          <p:cNvSpPr txBox="1"/>
          <p:nvPr/>
        </p:nvSpPr>
        <p:spPr>
          <a:xfrm>
            <a:off x="2313542" y="3767769"/>
            <a:ext cx="288642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Instrument Rack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816E05A-E2FC-FB37-4E7D-B77E2483561C}"/>
              </a:ext>
            </a:extLst>
          </p:cNvPr>
          <p:cNvSpPr/>
          <p:nvPr/>
        </p:nvSpPr>
        <p:spPr>
          <a:xfrm>
            <a:off x="3631435" y="1688468"/>
            <a:ext cx="250634" cy="23135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4362585-163C-57A8-F2B7-FE24116625BF}"/>
              </a:ext>
            </a:extLst>
          </p:cNvPr>
          <p:cNvSpPr/>
          <p:nvPr/>
        </p:nvSpPr>
        <p:spPr>
          <a:xfrm>
            <a:off x="3631435" y="2547784"/>
            <a:ext cx="250634" cy="23135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6025AB4-6F71-C994-5FD0-CCB1E121F6F7}"/>
              </a:ext>
            </a:extLst>
          </p:cNvPr>
          <p:cNvSpPr/>
          <p:nvPr/>
        </p:nvSpPr>
        <p:spPr>
          <a:xfrm>
            <a:off x="3631435" y="3407100"/>
            <a:ext cx="250634" cy="23135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064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7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1</cp:revision>
  <dcterms:created xsi:type="dcterms:W3CDTF">2026-07-09T20:05:50Z</dcterms:created>
  <dcterms:modified xsi:type="dcterms:W3CDTF">2026-07-09T20:10:22Z</dcterms:modified>
</cp:coreProperties>
</file>